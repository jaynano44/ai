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한국 코로나19 데이터 분석 프로젝트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분석 결과 보고서</a:t>
            </a:r>
          </a:p>
          <a:p>
            <a:r>
              <a:t>생성일: 2025-12-11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프로젝트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목표: 한국의 코로나19 확산 추세 및 백신 효과 분석</a:t>
            </a:r>
          </a:p>
          <a:p>
            <a:r>
              <a:t>■ 데이터: 2020년~2023년 일별 확진자, 사망자, 백신 접종 데이터</a:t>
            </a:r>
          </a:p>
          <a:p>
            <a:r>
              <a:t>■ 주요 내용:</a:t>
            </a:r>
          </a:p>
          <a:p>
            <a:r>
              <a:t>   - 확진자 및 사망자 시계열 추이</a:t>
            </a:r>
          </a:p>
          <a:p>
            <a:r>
              <a:t>   - 지역별 확진자 분포</a:t>
            </a:r>
          </a:p>
          <a:p>
            <a:r>
              <a:t>   - 백신 접종률과 치명률의 상관관계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확진자 및 사망자 추이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분석 결과:</a:t>
            </a:r>
          </a:p>
          <a:p>
            <a:r>
              <a:t> - 여러 차례의 대유행(Wave)이 관찰됨</a:t>
            </a:r>
          </a:p>
          <a:p>
            <a:r>
              <a:t> - 확진자 급증 후 약 2-3주 후행하여 사망자 증가 경향 확인</a:t>
            </a:r>
          </a:p>
          <a:p>
            <a:r>
              <a:t> - 초기 대비 후반기로 갈수록 치명률은 감소하는 추세</a:t>
            </a:r>
          </a:p>
        </p:txBody>
      </p:sp>
      <p:pic>
        <p:nvPicPr>
          <p:cNvPr id="4" name="Picture 3" descr="01_trend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지역별 확진자 분포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분석 결과:</a:t>
            </a:r>
          </a:p>
          <a:p>
            <a:r>
              <a:t> - 서울, 경기 등 수도권에 확진자 집중 (인구 밀집 지역)</a:t>
            </a:r>
          </a:p>
          <a:p>
            <a:r>
              <a:t> - 비수도권 중에서는 부산, 경남 지역의 확진자 수가 상대적으로 높음</a:t>
            </a:r>
          </a:p>
          <a:p>
            <a:r>
              <a:t> - 지역별 방역 정책 차등화의 근거 자료로 활용 가능</a:t>
            </a:r>
          </a:p>
        </p:txBody>
      </p:sp>
      <p:pic>
        <p:nvPicPr>
          <p:cNvPr id="4" name="Picture 3" descr="02_regional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백신 접종과 치명률 상관관계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분석 결과:</a:t>
            </a:r>
          </a:p>
          <a:p>
            <a:r>
              <a:t> - 백신 접종률(파란색)이 상승함에 따라 치명률(빨간색 점선) 급감</a:t>
            </a:r>
          </a:p>
          <a:p>
            <a:r>
              <a:t> - 접종률 70% 도달 시점부터 치명률이 0.1% 미만으로 안정화</a:t>
            </a:r>
          </a:p>
          <a:p>
            <a:r>
              <a:t> - 백신의 중증화 예방 효과를 통계적으로 입증</a:t>
            </a:r>
          </a:p>
        </p:txBody>
      </p:sp>
      <p:pic>
        <p:nvPicPr>
          <p:cNvPr id="4" name="Picture 3" descr="03_vaccination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결론 및 시사점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결론:</a:t>
            </a:r>
          </a:p>
          <a:p>
            <a:r>
              <a:t> - 데이터 기반의 방역 정책 수립 중요성 확인</a:t>
            </a:r>
          </a:p>
          <a:p>
            <a:r>
              <a:t> - 백신 접종이 치명률 감소에 결정적 역할을 수행함</a:t>
            </a:r>
          </a:p>
          <a:p/>
          <a:p>
            <a:r>
              <a:t>■ 향후 과제:</a:t>
            </a:r>
          </a:p>
          <a:p>
            <a:r>
              <a:t> - 변이 바이러스 등장 시기별 상세 분석 필요</a:t>
            </a:r>
          </a:p>
          <a:p>
            <a:r>
              <a:t> - 사회적 거리두기 단계별 효과성 검증 모델링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